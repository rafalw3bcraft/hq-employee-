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HQ-Employee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The Governed AI Business Employee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Real-time 24 kHz speech discovery and client coordination bounded by deterministic commercial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01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Built on AssemblyAI's managed Voice Agent API (wss://agents.assemblyai.com/v1/ws)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Native 24 kHz full-duplex speech with immediate barge-in interruption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Deterministic tri-state Policy Engine (ALLOW / REQUIRE_APPROVAL / BLOCK)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Zero secret leakage via single-use ephemeral HMAC voice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AssemblyAI Voice Agent Hackathon 2026 • Submission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The Enterprise Voice AI Challenge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Why Traditional Conversational Bots Fail in Production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Unconstrained reasoning models cannot be trusted with commercial and legal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02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Hallucinated Pricing: LLMs invent discounts and project estimates without business boundaries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Lack of Authority: No mathematical distinction between browsing info and signing contracts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Turn-Taking Protocol Desync: Naive tool execution causes speech stutter, audio overlap, and desync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Credential Leakage: Exposing raw API keys to browser clients violates enterprise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Enterprise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Governed Architecture &amp; Zero-Trust Security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Single-Origin Delivery with Ephemeral Ticket Gating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The reasoning model is treated as an untrusted worker governed by deterministic gateway logic.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03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Browser Console: AudioWorklet captures 24 kHz PCM16 mono audio with zero external dependencies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Single-Use HMAC Tickets: Client requests 60s ticket (GET /api/voice/ticket); raw API keys stay server-side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Strict Gateway Controls: Reused tickets (4003), expired tickets, invalid origins, and duplicate IPs (4029) rejected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Append-Only Audit Log: Every action, decision, reason, timestamp, and actor ID recorded with credential sanitization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Architecture &amp;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AssemblyAI Voice Agent API Integration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Native 24 kHz Full-Duplex Speech &amp; Strict Handshake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Direct WebSocket integration to wss://agents.assemblyai.com/v1/ws with bidirectional audio.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04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Deterministic Handshake: session.update sent as first upstream message; session.ready confirms session_id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Zero Audio Dropping: Microphone frames buffered before session.ready and drained immediately upon ready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True Barge-In Interruption: voice.speech_started halts agent playback and flushes buffers instantly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Low-Latency Neural Speech: Real-time turn detection and high-fidelity speech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Voice Agent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Docs-Conformant Tool Coordination (BLK-012)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Official Turn-Taking Protocol for Client-Side Tools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Tool execution synchronized to the exact AssemblyAI event specification.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05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tool.call Arrives: Execution runs; result is buffered during active agent speech (reply.started)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reply.done Arrives: Coordinator drains accumulated results and sends tool.result to upstream socket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Interruption Protection: If speech is interrupted before reply.done, pending results are cleanly discarded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13 Registered Business Tools: Strict JSON schemas governing discovery, budget, timeline, and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Tool Coordination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Deterministic Policy Engine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Fail-Closed Tri-State Commercial Boundaries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The AI reasoning engine never decides its own business or legal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06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ALLOW: Permitted routine operations (schedule_meeting, record_budget, record_timeline)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REQUIRE_APPROVAL: Custom discount requests (e.g. 15% discount) escalate to human Commercial Director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BLOCK: Legal agreements (sign_contract), wire transfers, and credential access strictly blocked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Immutable Audit Trail: 100% of policy evaluations logged with decision provenance and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Deterministic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Empirical Production Verification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10 / 10 Live Integration Checks Passed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Grounded in real empirical outputs from docs/PRE_SUBMISSION_VERIFICATION.md.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07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Health &amp; Gateways: GET /health/live and /health/ready return 200 OK; single-use ticket lifecycle verified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Audio &amp; Protocol: 24 kHz WAV streaming confirmed with user transcript, agent speech, and reply.done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Governance &amp; Lifecycle: ALLOW/REQUIRE_APPROVAL/BLOCK verified; clean socket teardown on disconnect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Test Suite &amp; Security: 181 / 181 automated tests passing across 24 test suites; zero secret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Empirical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Deployment &amp; Honest Disclosures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Single-Origin Production Reality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Full transparency on runtime architecture, persistence, and external modalities.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731520"/>
            <a:ext cx="1005840" cy="4114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08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6576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Google Cloud Run: Single-instance container (min=max=1, session-affinity, no-cpu-throttling)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Persistence Model: Authoritative state in Node.js process memory; resets on container reboot (PERSISTENCE_STATUS.md)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Database Schemas: Structured PostgreSQL migrations (001–006) for non-blocking write-through</a:t>
            </a:r>
          </a:p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</a:defRPr>
            </a:pPr>
            <a:r>
              <a:t>  ✦   External Modalities: Google Calendar with simulated fallback; telephony SIP dispatch simulated; Android UI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HQ-Employee • Production Status &amp; Disclosures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